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CashFlow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Personal Finance Management System\nVersion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Modern personal finance management application</a:t>
            </a:r>
          </a:p>
          <a:p>
            <a:pPr>
              <a:defRPr sz="1800"/>
            </a:pPr>
            <a:r>
              <a:t>Built with Flutter for cross-platform compatibility</a:t>
            </a:r>
          </a:p>
          <a:p>
            <a:pPr>
              <a:defRPr sz="1800"/>
            </a:pPr>
            <a:r>
              <a:t>Local-first approach with SQLite database</a:t>
            </a:r>
          </a:p>
          <a:p>
            <a:pPr>
              <a:defRPr sz="1800"/>
            </a:pPr>
            <a:r>
              <a:t>Comprehensive financial tracking and analytics</a:t>
            </a:r>
          </a:p>
          <a:p>
            <a:pPr>
              <a:defRPr sz="1800"/>
            </a:pPr>
            <a:r>
              <a:t>User-friendly interface with glassmorphism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Support for 9 account types</a:t>
            </a:r>
          </a:p>
          <a:p>
            <a:pPr>
              <a:defRPr sz="1800"/>
            </a:pPr>
            <a:r>
              <a:t>Cash, Savings, Salary, Current, Credit Card</a:t>
            </a:r>
          </a:p>
          <a:p>
            <a:pPr>
              <a:defRPr sz="1800"/>
            </a:pPr>
            <a:r>
              <a:t>Investment, Loan, Bank, and Other accounts</a:t>
            </a:r>
          </a:p>
          <a:p>
            <a:pPr>
              <a:defRPr sz="1800"/>
            </a:pPr>
            <a:r>
              <a:t>Real-time balance tracking</a:t>
            </a:r>
          </a:p>
          <a:p>
            <a:pPr>
              <a:defRPr sz="1800"/>
            </a:pPr>
            <a:r>
              <a:t>Color-coded visual identification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Income and expense recording</a:t>
            </a:r>
          </a:p>
          <a:p>
            <a:pPr>
              <a:defRPr sz="1800"/>
            </a:pPr>
            <a:r>
              <a:t>Category-based organization</a:t>
            </a:r>
          </a:p>
          <a:p>
            <a:pPr>
              <a:defRPr sz="1800"/>
            </a:pPr>
            <a:r>
              <a:t>Tag system for flexible filtering</a:t>
            </a:r>
          </a:p>
          <a:p>
            <a:pPr>
              <a:defRPr sz="1800"/>
            </a:pPr>
            <a:r>
              <a:t>Multi-step transaction entry</a:t>
            </a:r>
          </a:p>
          <a:p>
            <a:pPr>
              <a:defRPr sz="1800"/>
            </a:pPr>
            <a:r>
              <a:t>Search and filter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Budgeting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Category-wise budget allocation</a:t>
            </a:r>
          </a:p>
          <a:p>
            <a:pPr>
              <a:defRPr sz="1800"/>
            </a:pPr>
            <a:r>
              <a:t>Monthly and yearly budget periods</a:t>
            </a:r>
          </a:p>
          <a:p>
            <a:pPr>
              <a:defRPr sz="1800"/>
            </a:pPr>
            <a:r>
              <a:t>Real-time progress tracking</a:t>
            </a:r>
          </a:p>
          <a:p>
            <a:pPr>
              <a:defRPr sz="1800"/>
            </a:pPr>
            <a:r>
              <a:t>Overspending alerts</a:t>
            </a:r>
          </a:p>
          <a:p>
            <a:pPr>
              <a:defRPr sz="1800"/>
            </a:pPr>
            <a:r>
              <a:t>Financial goal setting and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Recurring transaction automation</a:t>
            </a:r>
          </a:p>
          <a:p>
            <a:pPr>
              <a:defRPr sz="1800"/>
            </a:pPr>
            <a:r>
              <a:t>EMI calculation and tracking</a:t>
            </a:r>
          </a:p>
          <a:p>
            <a:pPr>
              <a:defRPr sz="1800"/>
            </a:pPr>
            <a:r>
              <a:t>Loan management with interest calculation</a:t>
            </a:r>
          </a:p>
          <a:p>
            <a:pPr>
              <a:defRPr sz="1800"/>
            </a:pPr>
            <a:r>
              <a:t>Local push notifications</a:t>
            </a:r>
          </a:p>
          <a:p>
            <a:pPr>
              <a:defRPr sz="1800"/>
            </a:pPr>
            <a:r>
              <a:t>Android home screen widget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Interactive dashboard with charts</a:t>
            </a:r>
          </a:p>
          <a:p>
            <a:pPr>
              <a:defRPr sz="1800"/>
            </a:pPr>
            <a:r>
              <a:t>Net worth visualization</a:t>
            </a:r>
          </a:p>
          <a:p>
            <a:pPr>
              <a:defRPr sz="1800"/>
            </a:pPr>
            <a:r>
              <a:t>Category-wise expense breakdown</a:t>
            </a:r>
          </a:p>
          <a:p>
            <a:pPr>
              <a:defRPr sz="1800"/>
            </a:pPr>
            <a:r>
              <a:t>Monthly PDF report generation</a:t>
            </a:r>
          </a:p>
          <a:p>
            <a:pPr>
              <a:defRPr sz="1800"/>
            </a:pPr>
            <a:r>
              <a:t>Account-wise financial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Framework: Flutter 3.9.2+</a:t>
            </a:r>
          </a:p>
          <a:p>
            <a:pPr>
              <a:defRPr sz="1800"/>
            </a:pPr>
            <a:r>
              <a:t>Language: Dart</a:t>
            </a:r>
          </a:p>
          <a:p>
            <a:pPr>
              <a:defRPr sz="1800"/>
            </a:pPr>
            <a:r>
              <a:t>Database: SQLite (Sqflite)</a:t>
            </a:r>
          </a:p>
          <a:p>
            <a:pPr>
              <a:defRPr sz="1800"/>
            </a:pPr>
            <a:r>
              <a:t>State Management: Provider Pattern</a:t>
            </a:r>
          </a:p>
          <a:p>
            <a:pPr>
              <a:defRPr sz="1800"/>
            </a:pPr>
            <a:r>
              <a:t>Charts: FL Chart library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Model-View-Provider (MVP)</a:t>
            </a:r>
          </a:p>
          <a:p>
            <a:pPr>
              <a:defRPr sz="1800"/>
            </a:pPr>
            <a:r>
              <a:t>Clean Architecture principles</a:t>
            </a:r>
          </a:p>
          <a:p>
            <a:pPr>
              <a:defRPr sz="1800"/>
            </a:pPr>
            <a:r>
              <a:t>Separation of concerns</a:t>
            </a:r>
          </a:p>
          <a:p>
            <a:pPr>
              <a:defRPr sz="1800"/>
            </a:pPr>
            <a:r>
              <a:t>Reactive state management</a:t>
            </a:r>
          </a:p>
          <a:p>
            <a:pPr>
              <a:defRPr sz="1800"/>
            </a:pPr>
            <a:r>
              <a:t>Repository pattern for data access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7 relational tables</a:t>
            </a:r>
          </a:p>
          <a:p>
            <a:pPr>
              <a:defRPr sz="1800"/>
            </a:pPr>
            <a:r>
              <a:t>Users, Accounts, Transactions</a:t>
            </a:r>
          </a:p>
          <a:p>
            <a:pPr>
              <a:defRPr sz="1800"/>
            </a:pPr>
            <a:r>
              <a:t>Budgets, Goals, Recurring Transactions</a:t>
            </a:r>
          </a:p>
          <a:p>
            <a:pPr>
              <a:defRPr sz="1800"/>
            </a:pPr>
            <a:r>
              <a:t>Notifications and Tags</a:t>
            </a:r>
          </a:p>
          <a:p>
            <a:pPr>
              <a:defRPr sz="1800"/>
            </a:pPr>
            <a:r>
              <a:t>Foreign key relationships for data integrity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Local-only data storage</a:t>
            </a:r>
          </a:p>
          <a:p>
            <a:pPr>
              <a:defRPr sz="1800"/>
            </a:pPr>
            <a:r>
              <a:t>No cloud synchronization</a:t>
            </a:r>
          </a:p>
          <a:p>
            <a:pPr>
              <a:defRPr sz="1800"/>
            </a:pPr>
            <a:r>
              <a:t>User authentication system</a:t>
            </a:r>
          </a:p>
          <a:p>
            <a:pPr>
              <a:defRPr sz="1800"/>
            </a:pPr>
            <a:r>
              <a:t>Parameterized SQL queries</a:t>
            </a:r>
          </a:p>
          <a:p>
            <a:pPr>
              <a:defRPr sz="1800"/>
            </a:pPr>
            <a:r>
              <a:t>OS-level app sandboxing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Experience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Modern glassmorphism UI</a:t>
            </a:r>
          </a:p>
          <a:p>
            <a:pPr>
              <a:defRPr sz="1800"/>
            </a:pPr>
            <a:r>
              <a:t>Dark mode support</a:t>
            </a:r>
          </a:p>
          <a:p>
            <a:pPr>
              <a:defRPr sz="1800"/>
            </a:pPr>
            <a:r>
              <a:t>Smooth animations and transitions</a:t>
            </a:r>
          </a:p>
          <a:p>
            <a:pPr>
              <a:defRPr sz="1800"/>
            </a:pPr>
            <a:r>
              <a:t>Intuitive navigation</a:t>
            </a:r>
          </a:p>
          <a:p>
            <a:pPr>
              <a:defRPr sz="1800"/>
            </a:pPr>
            <a:r>
              <a:t>Responsive layouts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Dashboard - Financial overview</a:t>
            </a:r>
          </a:p>
          <a:p>
            <a:pPr>
              <a:defRPr sz="1800"/>
            </a:pPr>
            <a:r>
              <a:t>Accounts - Multi-account management</a:t>
            </a:r>
          </a:p>
          <a:p>
            <a:pPr>
              <a:defRPr sz="1800"/>
            </a:pPr>
            <a:r>
              <a:t>Transactions - Income/expense tracking</a:t>
            </a:r>
          </a:p>
          <a:p>
            <a:pPr>
              <a:defRPr sz="1800"/>
            </a:pPr>
            <a:r>
              <a:t>Statistics - Visual analytics</a:t>
            </a:r>
          </a:p>
          <a:p>
            <a:pPr>
              <a:defRPr sz="1800"/>
            </a:pPr>
            <a:r>
              <a:t>Reports - Monthly summaries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EMI calculation with interest rates</a:t>
            </a:r>
          </a:p>
          <a:p>
            <a:pPr>
              <a:defRPr sz="1800"/>
            </a:pPr>
            <a:r>
              <a:t>Net worth computation across accounts</a:t>
            </a:r>
          </a:p>
          <a:p>
            <a:pPr>
              <a:defRPr sz="1800"/>
            </a:pPr>
            <a:r>
              <a:t>Budget usage percentage tracking</a:t>
            </a:r>
          </a:p>
          <a:p>
            <a:pPr>
              <a:defRPr sz="1800"/>
            </a:pPr>
            <a:r>
              <a:t>Loan balance and interest tracking</a:t>
            </a:r>
          </a:p>
          <a:p>
            <a:pPr>
              <a:defRPr sz="1800"/>
            </a:pPr>
            <a:r>
              <a:t>Category-wise expense distribution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Recurring transaction auto-creation</a:t>
            </a:r>
          </a:p>
          <a:p>
            <a:pPr>
              <a:defRPr sz="1800"/>
            </a:pPr>
            <a:r>
              <a:t>EMI reminder scheduling (2 days before)</a:t>
            </a:r>
          </a:p>
          <a:p>
            <a:pPr>
              <a:defRPr sz="1800"/>
            </a:pPr>
            <a:r>
              <a:t>Budget overspending notifications</a:t>
            </a:r>
          </a:p>
          <a:p>
            <a:pPr>
              <a:defRPr sz="1800"/>
            </a:pPr>
            <a:r>
              <a:t>Goal deadline reminders</a:t>
            </a:r>
          </a:p>
          <a:p>
            <a:pPr>
              <a:defRPr sz="1800"/>
            </a:pPr>
            <a:r>
              <a:t>Home widget auto-updates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SQLite database with version migrations</a:t>
            </a:r>
          </a:p>
          <a:p>
            <a:pPr>
              <a:defRPr sz="1800"/>
            </a:pPr>
            <a:r>
              <a:t>Automatic balance updates</a:t>
            </a:r>
          </a:p>
          <a:p>
            <a:pPr>
              <a:defRPr sz="1800"/>
            </a:pPr>
            <a:r>
              <a:t>Transaction history tracking</a:t>
            </a:r>
          </a:p>
          <a:p>
            <a:pPr>
              <a:defRPr sz="1800"/>
            </a:pPr>
            <a:r>
              <a:t>PDF report generation and sharing</a:t>
            </a:r>
          </a:p>
          <a:p>
            <a:pPr>
              <a:defRPr sz="1800"/>
            </a:pPr>
            <a:r>
              <a:t>Complete data reset option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Support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Android (5.0 and above)</a:t>
            </a:r>
          </a:p>
          <a:p>
            <a:pPr>
              <a:defRPr sz="1800"/>
            </a:pPr>
            <a:r>
              <a:t>iOS (12.0 and above)</a:t>
            </a:r>
          </a:p>
          <a:p>
            <a:pPr>
              <a:defRPr sz="1800"/>
            </a:pPr>
            <a:r>
              <a:t>Home screen widget (Android)</a:t>
            </a:r>
          </a:p>
          <a:p>
            <a:pPr>
              <a:defRPr sz="1800"/>
            </a:pPr>
            <a:r>
              <a:t>Local notifications (Both platforms)</a:t>
            </a:r>
          </a:p>
          <a:p>
            <a:pPr>
              <a:defRPr sz="1800"/>
            </a:pPr>
            <a:r>
              <a:t>Offline-first architecture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Cloud backup and sync</a:t>
            </a:r>
          </a:p>
          <a:p>
            <a:pPr>
              <a:defRPr sz="1800"/>
            </a:pPr>
            <a:r>
              <a:t>Multi-currency support</a:t>
            </a:r>
          </a:p>
          <a:p>
            <a:pPr>
              <a:defRPr sz="1800"/>
            </a:pPr>
            <a:r>
              <a:t>Bank account integration</a:t>
            </a:r>
          </a:p>
          <a:p>
            <a:pPr>
              <a:defRPr sz="1800"/>
            </a:pPr>
            <a:r>
              <a:t>Receipt scanning (OCR)</a:t>
            </a:r>
          </a:p>
          <a:p>
            <a:pPr>
              <a:defRPr sz="1800"/>
            </a:pPr>
            <a:r>
              <a:t>Investment portfolio tracking</a:t>
            </a:r>
          </a:p>
          <a:p>
            <a:pPr>
              <a:defRPr sz="1800"/>
            </a:pPr>
            <a:r>
              <a:t>Biometric authentication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29 screens</a:t>
            </a:r>
          </a:p>
          <a:p>
            <a:pPr>
              <a:defRPr sz="1800"/>
            </a:pPr>
            <a:r>
              <a:t>9 data models</a:t>
            </a:r>
          </a:p>
          <a:p>
            <a:pPr>
              <a:defRPr sz="1800"/>
            </a:pPr>
            <a:r>
              <a:t>9 state providers</a:t>
            </a:r>
          </a:p>
          <a:p>
            <a:pPr>
              <a:defRPr sz="1800"/>
            </a:pPr>
            <a:r>
              <a:t>4 core services</a:t>
            </a:r>
          </a:p>
          <a:p>
            <a:pPr>
              <a:defRPr sz="1800"/>
            </a:pPr>
            <a:r>
              <a:t>14 reusable widgets</a:t>
            </a:r>
          </a:p>
          <a:p>
            <a:pPr>
              <a:defRPr sz="1800"/>
            </a:pPr>
            <a:r>
              <a:t>Comprehensive test coverage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Complete personal finance solution</a:t>
            </a:r>
          </a:p>
          <a:p>
            <a:pPr>
              <a:defRPr sz="1800"/>
            </a:pPr>
            <a:r>
              <a:t>Privacy-focused with local storage</a:t>
            </a:r>
          </a:p>
          <a:p>
            <a:pPr>
              <a:defRPr sz="1800"/>
            </a:pPr>
            <a:r>
              <a:t>Modern, intuitive user interface</a:t>
            </a:r>
          </a:p>
          <a:p>
            <a:pPr>
              <a:defRPr sz="1800"/>
            </a:pPr>
            <a:r>
              <a:t>Robust technical architecture</a:t>
            </a:r>
          </a:p>
          <a:p>
            <a:pPr>
              <a:defRPr sz="1800"/>
            </a:pPr>
            <a:r>
              <a:t>Scalable and maintainable codebase</a:t>
            </a:r>
          </a:p>
          <a:p>
            <a:pPr>
              <a:defRPr sz="1800"/>
            </a:pPr>
            <a:r>
              <a:t>Ready for production deployment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CashFlow App - Personal Finance Manager\nVersion 1.0.0 | November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