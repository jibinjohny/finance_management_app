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CashFlow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Personal Finance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Simplified. Secure. Smart.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Financial Disorganization</a:t>
            </a:r>
            <a:r>
              <a:rPr/>
              <a:t>: Tracking multiple accounts is chaotic.</a:t>
            </a:r>
          </a:p>
          <a:p>
            <a:pPr lvl="0"/>
            <a:r>
              <a:rPr b="1"/>
              <a:t>Lack of Insight</a:t>
            </a:r>
            <a:r>
              <a:rPr/>
              <a:t>: Hard to know where money is going.</a:t>
            </a:r>
          </a:p>
          <a:p>
            <a:pPr lvl="0"/>
            <a:r>
              <a:rPr b="1"/>
              <a:t>Privacy Concerns</a:t>
            </a:r>
            <a:r>
              <a:rPr/>
              <a:t>: Cloud-based apps often compromise data privacy.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Solution: CashFlow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CashFlow</a:t>
            </a:r>
            <a:r>
              <a:rPr/>
              <a:t> is a modern, privacy-focused mobile application designed to bring clarity to your finances.</a:t>
            </a:r>
          </a:p>
          <a:p>
            <a:pPr lvl="0"/>
            <a:r>
              <a:rPr b="1"/>
              <a:t>Centralized Dashboard</a:t>
            </a:r>
            <a:r>
              <a:rPr/>
              <a:t>: All accounts in one place.</a:t>
            </a:r>
          </a:p>
          <a:p>
            <a:pPr lvl="0"/>
            <a:r>
              <a:rPr b="1"/>
              <a:t>Visual Analytics</a:t>
            </a:r>
            <a:r>
              <a:rPr/>
              <a:t>: Understand spending at a glance.</a:t>
            </a:r>
          </a:p>
          <a:p>
            <a:pPr lvl="0"/>
            <a:r>
              <a:rPr b="1"/>
              <a:t>Local-First Security</a:t>
            </a:r>
            <a:r>
              <a:rPr/>
              <a:t>: Your data stays on your device.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Transaction Tracking</a:t>
            </a:r>
            <a:r>
              <a:rPr/>
              <a:t>: Easy income &amp; expense entry.</a:t>
            </a:r>
          </a:p>
          <a:p>
            <a:pPr lvl="0"/>
            <a:r>
              <a:rPr b="1"/>
              <a:t>Budgeting &amp; Goals</a:t>
            </a:r>
            <a:r>
              <a:rPr/>
              <a:t>: Plan for the future.</a:t>
            </a:r>
          </a:p>
          <a:p>
            <a:pPr lvl="0"/>
            <a:r>
              <a:rPr b="1"/>
              <a:t>Multi-Currency</a:t>
            </a:r>
            <a:r>
              <a:rPr/>
              <a:t>: Global support.</a:t>
            </a:r>
          </a:p>
          <a:p>
            <a:pPr lvl="0"/>
            <a:r>
              <a:rPr b="1"/>
              <a:t>Secure</a:t>
            </a:r>
            <a:r>
              <a:rPr/>
              <a:t>: App Lock &amp; Biometrics.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Tour: Dashboard</a:t>
            </a:r>
          </a:p>
        </p:txBody>
      </p:sp>
      <p:pic>
        <p:nvPicPr>
          <p:cNvPr descr="images/uploaded_image_0_17645877141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1193800"/>
            <a:ext cx="132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Real-time overview of your net worth.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Tour: Analytics</a:t>
            </a:r>
          </a:p>
        </p:txBody>
      </p:sp>
      <p:pic>
        <p:nvPicPr>
          <p:cNvPr descr="images/uploaded_image_1_176458783527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1193800"/>
            <a:ext cx="132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Interactive charts to track trends.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Tour: Reports</a:t>
            </a:r>
          </a:p>
        </p:txBody>
      </p:sp>
      <p:pic>
        <p:nvPicPr>
          <p:cNvPr descr="images/uploaded_image_2_176458783527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1193800"/>
            <a:ext cx="132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Monthly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Professional PDF reports for sharing and printing.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Built with Flutter</a:t>
            </a:r>
            <a:r>
              <a:rPr/>
              <a:t>: High-performance, cross-platform.</a:t>
            </a:r>
          </a:p>
          <a:p>
            <a:pPr lvl="0"/>
            <a:r>
              <a:rPr b="1"/>
              <a:t>Glassmorphism UI</a:t>
            </a:r>
            <a:r>
              <a:rPr/>
              <a:t>: Modern, premium aesthetic.</a:t>
            </a:r>
          </a:p>
          <a:p>
            <a:pPr lvl="0"/>
            <a:r>
              <a:rPr b="1"/>
              <a:t>Secure Storage</a:t>
            </a:r>
            <a:r>
              <a:rPr/>
              <a:t>: Industry-standard encryption.</a:t>
            </a:r>
          </a:p>
          <a:p>
            <a:pPr lvl="0"/>
            <a:r>
              <a:rPr b="1"/>
              <a:t>Offline Capable</a:t>
            </a:r>
            <a:r>
              <a:rPr/>
              <a:t>: No internet required for core features.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Q1 2026</a:t>
            </a:r>
            <a:r>
              <a:rPr/>
              <a:t>: Cloud Sync (Optional).</a:t>
            </a:r>
          </a:p>
          <a:p>
            <a:pPr lvl="0"/>
            <a:r>
              <a:rPr b="1"/>
              <a:t>Q2 2026</a:t>
            </a:r>
            <a:r>
              <a:rPr/>
              <a:t>: AI-Powered Insights.</a:t>
            </a:r>
          </a:p>
          <a:p>
            <a:pPr lvl="0"/>
            <a:r>
              <a:rPr b="1"/>
              <a:t>Q3 2026</a:t>
            </a:r>
            <a:r>
              <a:rPr/>
              <a:t>: Investment Portfolio Tracking.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Download CashFlow Today</a:t>
            </a:r>
            <a:r>
              <a:rPr/>
              <a:t> </a:t>
            </a:r>
            <a:r>
              <a:rPr i="1"/>
              <a:t>Take control of your financial future.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2025-12-01T11:55:43Z</dcterms:created>
  <dcterms:modified xsi:type="dcterms:W3CDTF">2025-12-01T11:55:43Z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